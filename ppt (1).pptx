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56" r:id="rId6"/>
    <p:sldId id="257" r:id="rId7"/>
    <p:sldId id="258" r:id="rId8"/>
    <p:sldId id="259" r:id="rId9"/>
    <p:sldId id="260" r:id="rId10"/>
    <p:sldId id="261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5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hemeOverride" Target="../theme/themeOverride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53EBA-2907-6E23-1A93-16EC4804A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905998" cy="109038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b="1" i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</a:br>
            <a:r>
              <a:rPr lang="en-US" b="1" i="1" u="sng" dirty="0">
                <a:solidFill>
                  <a:schemeClr val="accent3"/>
                </a:solidFill>
                <a:ea typeface="+mj-lt"/>
                <a:cs typeface="+mj-lt"/>
              </a:rPr>
              <a:t>MINI PROJECT IN C</a:t>
            </a:r>
            <a:endParaRPr lang="en-US" b="1" i="1" u="sng">
              <a:solidFill>
                <a:schemeClr val="accent3"/>
              </a:solidFill>
            </a:endParaRPr>
          </a:p>
          <a:p>
            <a:pPr algn="ctr"/>
            <a:r>
              <a:rPr lang="en-US" b="1" i="1" u="sng" dirty="0">
                <a:solidFill>
                  <a:schemeClr val="accent3"/>
                </a:solidFill>
                <a:ea typeface="+mj-lt"/>
                <a:cs typeface="+mj-lt"/>
              </a:rPr>
              <a:t>PROGRAMMING</a:t>
            </a:r>
            <a:endParaRPr lang="en-US" b="1" i="1" u="sng" dirty="0">
              <a:solidFill>
                <a:schemeClr val="accent3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FDD5-EC7E-A967-1457-9E32180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78241"/>
            <a:ext cx="9905999" cy="3512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Project Title: Student Detail Management System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Developed in: C Programming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College: Pragati Engineering College, </a:t>
            </a:r>
            <a:r>
              <a:rPr lang="en-US" sz="3600" dirty="0" err="1">
                <a:solidFill>
                  <a:schemeClr val="bg1"/>
                </a:solidFill>
                <a:ea typeface="+mn-lt"/>
                <a:cs typeface="+mn-lt"/>
              </a:rPr>
              <a:t>Surampalem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318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FB2E-BF8C-B91F-5080-E5B0B46C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042" y="4120"/>
            <a:ext cx="2471350" cy="136374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n-lt"/>
                <a:cs typeface="+mn-lt"/>
              </a:rPr>
              <a:t>ABSTRACT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62B9B-E758-CF3A-4181-5C1789262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80688"/>
            <a:ext cx="9905999" cy="4310513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This project is developed using the C programming language.</a:t>
            </a:r>
            <a:endParaRPr lang="en-US" sz="3200" i="1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manages basic student identity information.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system stores Aadhar number, APAAR ID, email, and phone number.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provides options to add, view, and search student records.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program is menu-driven and easy to use.</a:t>
            </a:r>
            <a:endParaRPr lang="en-US" sz="3200">
              <a:solidFill>
                <a:schemeClr val="bg1"/>
              </a:solidFill>
            </a:endParaRPr>
          </a:p>
          <a:p>
            <a:endParaRPr lang="en-US" sz="32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823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7A76-F3FD-3F2C-071F-93C379A9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818" y="206627"/>
            <a:ext cx="3614350" cy="104608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INTRODUCTION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9A78F-1FAC-F13C-D0AE-F7F9709E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47677"/>
            <a:ext cx="9905999" cy="46435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Student data management is important in educational institutions.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Manual record keeping is time-consuming and error-prone.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This program automates the storage and retrieval of student details.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It uses structures to organize data efficiently.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  <a:ea typeface="+mn-lt"/>
                <a:cs typeface="+mn-lt"/>
              </a:rPr>
              <a:t>The system is designed for beginners to understand easily.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848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7DE8-D8F5-F891-2D8A-89A471B2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980" y="124248"/>
            <a:ext cx="7537620" cy="108727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REQUIREMENTS (S/W &amp; H/W)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B1522-F3DA-DA2B-6010-642CADAE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34407"/>
            <a:ext cx="9905999" cy="47567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Software Requirements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C Compiler (GCC / Turbo C / </a:t>
            </a:r>
            <a:r>
              <a:rPr lang="en-US" sz="2800" dirty="0" err="1">
                <a:solidFill>
                  <a:schemeClr val="bg1"/>
                </a:solidFill>
                <a:ea typeface="+mn-lt"/>
                <a:cs typeface="+mn-lt"/>
              </a:rPr>
              <a:t>CodeBlocks</a:t>
            </a: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 / VS Code)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Operating System: Windows or Linux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Hardware Requirements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Computer or Laptop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Minimum 2 GB RAM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Keyboard and Monitor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742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A289-08D1-E01B-1011-0C163A2A2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262" y="315540"/>
            <a:ext cx="11009573" cy="4181537"/>
          </a:xfrm>
        </p:spPr>
        <p:txBody>
          <a:bodyPr/>
          <a:lstStyle/>
          <a:p>
            <a:r>
              <a:rPr lang="en-US" sz="5400" i="1" u="sng" dirty="0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Student </a:t>
            </a:r>
            <a:r>
              <a:rPr lang="en-US" sz="5400" i="1" u="sng" err="1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aadhar,apaarid,email&amp;phone</a:t>
            </a:r>
            <a:r>
              <a:rPr lang="en-US" sz="5400" i="1" u="sng" dirty="0">
                <a:solidFill>
                  <a:schemeClr val="accent1">
                    <a:lumMod val="49000"/>
                  </a:schemeClr>
                </a:solidFill>
                <a:latin typeface="Trade Gothic Next Cond"/>
              </a:rPr>
              <a:t> number management system</a:t>
            </a:r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703B2B-E096-FC32-2CF0-044EDA790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793" y="3977818"/>
            <a:ext cx="8092206" cy="127998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800" b="1" i="1" dirty="0">
              <a:solidFill>
                <a:schemeClr val="bg2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9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6D64F-A373-F1F1-019E-13787762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03" y="113952"/>
            <a:ext cx="3817897" cy="108177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ALGORITHM</a:t>
            </a:r>
            <a:endParaRPr lang="en-US" sz="4000" dirty="0">
              <a:solidFill>
                <a:schemeClr val="accent2">
                  <a:lumMod val="76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2EEA-36AB-4C74-0410-D3AA70461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256" y="1088716"/>
            <a:ext cx="9916155" cy="52661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Start the program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Display the main menu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Read the user’s choice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add, store student details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display, show all records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If choice is search, find matching record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Repeat menu until exit is selected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Stop the program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2600" dirty="0">
              <a:solidFill>
                <a:schemeClr val="bg1"/>
              </a:solidFill>
              <a:latin typeface="Trade Gothic Next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281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CCCB-3196-A7AD-C5B6-64DD2DC1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782" y="242738"/>
            <a:ext cx="2987062" cy="76664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  <a:ea typeface="+mj-lt"/>
                <a:cs typeface="+mj-lt"/>
              </a:rPr>
              <a:t>FLOWCHART</a:t>
            </a:r>
            <a:endParaRPr lang="en-US" sz="400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D693C-E448-D113-9DAB-41FC3017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89349"/>
            <a:ext cx="9905999" cy="550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Start</a:t>
            </a:r>
            <a:endParaRPr lang="en-US" sz="3200" i="1" cap="all">
              <a:solidFill>
                <a:schemeClr val="bg1"/>
              </a:solidFill>
              <a:latin typeface="Consolas"/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Display menu options</a:t>
            </a: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User selects an option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Perform selected operation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Return to menu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Exit when user chooses exit</a:t>
            </a:r>
            <a:endParaRPr lang="en-US" sz="3200">
              <a:solidFill>
                <a:schemeClr val="bg1"/>
              </a:solidFill>
            </a:endParaRPr>
          </a:p>
          <a:p>
            <a:r>
              <a:rPr lang="en-US" sz="3200" cap="all" dirty="0">
                <a:solidFill>
                  <a:schemeClr val="bg1"/>
                </a:solidFill>
                <a:ea typeface="+mn-lt"/>
                <a:cs typeface="+mn-lt"/>
              </a:rPr>
              <a:t>End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sz="3200" i="1" cap="all" dirty="0">
              <a:solidFill>
                <a:schemeClr val="bg1"/>
              </a:solidFill>
              <a:latin typeface="Consolas"/>
            </a:endParaRPr>
          </a:p>
          <a:p>
            <a:endParaRPr lang="en-US" sz="2800" cap="all" dirty="0">
              <a:solidFill>
                <a:schemeClr val="tx2">
                  <a:lumMod val="90000"/>
                </a:schemeClr>
              </a:solidFill>
              <a:latin typeface="Trade Gothic Next Cond"/>
            </a:endParaRPr>
          </a:p>
        </p:txBody>
      </p:sp>
    </p:spTree>
    <p:extLst>
      <p:ext uri="{BB962C8B-B14F-4D97-AF65-F5344CB8AC3E}">
        <p14:creationId xmlns:p14="http://schemas.microsoft.com/office/powerpoint/2010/main" val="29958355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A5B4-CB69-F57F-8D2C-51F883246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1304" y="124248"/>
            <a:ext cx="1678459" cy="92632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CODE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80CE3-DE6B-2580-8514-AFBBF21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903645"/>
            <a:ext cx="9905999" cy="55774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Written using C programming language</a:t>
            </a:r>
            <a:endParaRPr lang="en-US" sz="4000" i="1">
              <a:solidFill>
                <a:schemeClr val="bg1"/>
              </a:solidFill>
              <a:latin typeface="Trade Gothic Next Ligh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Uses </a:t>
            </a:r>
            <a:r>
              <a:rPr lang="en-US" sz="4000" dirty="0">
                <a:solidFill>
                  <a:schemeClr val="bg1"/>
                </a:solidFill>
                <a:latin typeface="Consolas"/>
              </a:rPr>
              <a:t>struct</a:t>
            </a:r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 to store student details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Uses arrays to store multiple records</a:t>
            </a:r>
            <a:endParaRPr lang="en-US" sz="400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Separate functions for add, display, and search</a:t>
            </a:r>
            <a:endParaRPr lang="en-US" sz="400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Menu-driven implementation using switch case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2800" i="1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8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BCB1-7CEA-AB26-720E-941C2AD9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737" y="2655"/>
            <a:ext cx="1904999" cy="122861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RESULTS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B3566-0F48-9FD4-58A7-8BCF15D3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38899"/>
            <a:ext cx="9905999" cy="5611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Student records are successfully added</a:t>
            </a:r>
            <a:endParaRPr lang="en-US" sz="4000" dirty="0">
              <a:solidFill>
                <a:schemeClr val="bg1"/>
              </a:solidFill>
              <a:latin typeface="Trade Gothic Next Light"/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All stored data can be displayed clearly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Searching by Aadhar, APAAR, email, or phone works correctly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Program runs without errors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  <a:ea typeface="+mn-lt"/>
                <a:cs typeface="+mn-lt"/>
              </a:rPr>
              <a:t>Output is easy to understand</a:t>
            </a:r>
            <a:endParaRPr lang="en-US" sz="40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3200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7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E732-5DAF-0F00-32C5-7DAB0184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440" y="182930"/>
            <a:ext cx="3192161" cy="85621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  <a:ea typeface="+mj-lt"/>
                <a:cs typeface="+mj-lt"/>
              </a:rPr>
              <a:t>CONCLUSION</a:t>
            </a:r>
            <a:endParaRPr lang="en-US" sz="40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469F-9683-5B49-1141-4E29697E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31867"/>
            <a:ext cx="9905999" cy="54595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The project successfully manages student details</a:t>
            </a:r>
            <a:endParaRPr lang="en-US" sz="3600" i="1">
              <a:solidFill>
                <a:schemeClr val="bg1"/>
              </a:solidFill>
              <a:latin typeface="Trade Gothic Next Light"/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It demonstrates the use of structures and functions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The menu system makes the program user-friendly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Suitable for small-scale student data management</a:t>
            </a:r>
            <a:endParaRPr lang="en-US" sz="360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ea typeface="+mn-lt"/>
                <a:cs typeface="+mn-lt"/>
              </a:rPr>
              <a:t>Helpful for understanding basic C programming concepts</a:t>
            </a:r>
            <a:endParaRPr lang="en-US" sz="3600" dirty="0">
              <a:solidFill>
                <a:schemeClr val="bg1"/>
              </a:solidFill>
            </a:endParaRPr>
          </a:p>
          <a:p>
            <a:pPr>
              <a:lnSpc>
                <a:spcPct val="130000"/>
              </a:lnSpc>
            </a:pPr>
            <a:endParaRPr lang="en-US" sz="3200" i="1" dirty="0">
              <a:solidFill>
                <a:schemeClr val="bg1"/>
              </a:solidFill>
              <a:latin typeface="Trade Gothic Next Ligh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3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9184B-BDDB-E5BF-BF52-3CA8C4FEA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9230"/>
            <a:ext cx="9905998" cy="695694"/>
          </a:xfrm>
        </p:spPr>
        <p:txBody>
          <a:bodyPr/>
          <a:lstStyle/>
          <a:p>
            <a:r>
              <a:rPr lang="en-US" sz="3200" b="1" u="sng" dirty="0">
                <a:solidFill>
                  <a:schemeClr val="bg1"/>
                </a:solidFill>
                <a:latin typeface="Trade Gothic Next Cond"/>
              </a:rPr>
              <a:t>Program summary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5CA8-EF9F-2582-B02A-C5D0E26C9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16721"/>
            <a:ext cx="9905999" cy="6005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Program stores student details using a structure containing name,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aadhar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</a:t>
            </a:r>
            <a:r>
              <a:rPr lang="en-US" sz="2800" i="1" err="1">
                <a:solidFill>
                  <a:schemeClr val="bg1"/>
                </a:solidFill>
                <a:latin typeface="Trade Gothic Next Light"/>
              </a:rPr>
              <a:t>apaar</a:t>
            </a: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, email, and phone. 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Uses an array s[MAX] and a counter count to manage multiple student records in memory.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 Provides three main operations: adding new students, displaying all records, and searching a record by any field.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oops to find matching records during the search operation.</a:t>
            </a:r>
          </a:p>
          <a:p>
            <a:pPr>
              <a:lnSpc>
                <a:spcPct val="130000"/>
              </a:lnSpc>
            </a:pPr>
            <a:r>
              <a:rPr lang="en-US" sz="2800" i="1">
                <a:solidFill>
                  <a:schemeClr val="bg1"/>
                </a:solidFill>
                <a:latin typeface="Trade Gothic Next Light"/>
              </a:rPr>
              <a:t>Menu-driven design in the main() function allows easy interaction and continuous execution until exit.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9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6578-8F5D-F762-A388-8977784C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80"/>
            <a:ext cx="9905998" cy="16051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4" name="Content Placeholder 3" descr="Free Stylish Thank You PowerPoint Slide - SlideKit">
            <a:extLst>
              <a:ext uri="{FF2B5EF4-FFF2-40B4-BE49-F238E27FC236}">
                <a16:creationId xmlns:a16="http://schemas.microsoft.com/office/drawing/2014/main" id="{76F82798-853A-2003-3597-F215ACD1C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88" y="-3671"/>
            <a:ext cx="12182476" cy="685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50B8D-C92C-933F-B3F6-8F8984D7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385" y="681"/>
            <a:ext cx="3758513" cy="131381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3"/>
                </a:solidFill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48169-A317-5CD7-9DD9-ACFB9BECF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44704"/>
            <a:ext cx="9905999" cy="4746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i="1" dirty="0">
                <a:solidFill>
                  <a:schemeClr val="bg1"/>
                </a:solidFill>
              </a:rPr>
              <a:t>A.BHARGAVI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B.LOHITHA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CH.V.KISHORE(25A31A04M3)</a:t>
            </a:r>
          </a:p>
          <a:p>
            <a:r>
              <a:rPr lang="en-US" sz="4000" b="1" i="1" dirty="0">
                <a:solidFill>
                  <a:schemeClr val="bg1"/>
                </a:solidFill>
              </a:rPr>
              <a:t>CH.D.S.CHARAN YADAV(25A31A04M4)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087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Override1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267</Words>
  <Application>Microsoft Office PowerPoint</Application>
  <PresentationFormat>Widescreen</PresentationFormat>
  <Paragraphs>101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Circuit</vt:lpstr>
      <vt:lpstr> MINI PROJECT IN C PROGRAMMING </vt:lpstr>
      <vt:lpstr>ABSTRACT</vt:lpstr>
      <vt:lpstr>INTRODUCTION</vt:lpstr>
      <vt:lpstr>REQUIREMENTS (S/W &amp; H/W)</vt:lpstr>
      <vt:lpstr>Student aadhar,apaarid,email&amp;phone number management system </vt:lpstr>
      <vt:lpstr>ALGORITHM</vt:lpstr>
      <vt:lpstr>FLOWCHART</vt:lpstr>
      <vt:lpstr>CODE</vt:lpstr>
      <vt:lpstr>RESULTS</vt:lpstr>
      <vt:lpstr>CONCLUSION</vt:lpstr>
      <vt:lpstr>Program summary </vt:lpstr>
      <vt:lpstr>PowerPoint Presentation</vt:lpstr>
      <vt:lpstr>Team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Charan Yadav</dc:creator>
  <cp:lastModifiedBy>Charan Yadav</cp:lastModifiedBy>
  <cp:revision>269</cp:revision>
  <dcterms:created xsi:type="dcterms:W3CDTF">2025-12-12T04:15:07Z</dcterms:created>
  <dcterms:modified xsi:type="dcterms:W3CDTF">2026-04-15T06:28:39Z</dcterms:modified>
</cp:coreProperties>
</file>